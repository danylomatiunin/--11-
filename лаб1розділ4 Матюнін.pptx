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diagrams/data1.xml" ContentType="application/vnd.openxmlformats-officedocument.drawingml.diagramData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diagrams/drawing1.xml" ContentType="application/vnd.ms-office.drawingml.diagramDrawing+xml"/>
  <Override PartName="/ppt/diagrams/_rels/data1.xml.rels" ContentType="application/vnd.openxmlformats-package.relationships+xml"/>
  <Override PartName="/ppt/diagrams/_rels/drawing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media/OOXDiagramDataRels1_0.jpg" ContentType="image/jpg"/>
  <Override PartName="/ppt/media/image1.jpeg" ContentType="image/jpeg"/>
  <Override PartName="/ppt/media/OOXDiagramDrawingRels1_0.jpg" ContentType="image/jpg"/>
  <Override PartName="/ppt/media/OOXDiagramDataRels1_1.jpg" ContentType="image/jpg"/>
  <Override PartName="/ppt/media/image3.jpeg" ContentType="image/jpeg"/>
  <Override PartName="/ppt/media/OOXDiagramDrawingRels1_1.jpg" ContentType="image/jpg"/>
  <Override PartName="/ppt/media/OOXDiagramDataRels1_2.jpg" ContentType="image/jpg"/>
  <Override PartName="/ppt/media/OOXDiagramDrawingRels1_2.jpg" ContentType="image/jpg"/>
  <Override PartName="/ppt/media/image2.jpeg" ContentType="image/jpeg"/>
  <Override PartName="/ppt/media/image4.jpeg" ContentType="image/jpeg"/>
  <Override PartName="/ppt/media/image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
</Relationships>
</file>

<file path=ppt/diagrams/_rels/data1.xml.rels><?xml version="1.0" encoding="UTF-8"?>
<Relationships xmlns="http://schemas.openxmlformats.org/package/2006/relationships"><Relationship Id="rId1" Type="http://schemas.openxmlformats.org/officeDocument/2006/relationships/image" Target="../media/OOXDiagramDataRels1_0.jpg"/><Relationship Id="rId3" Type="http://schemas.openxmlformats.org/officeDocument/2006/relationships/image" Target="../media/OOXDiagramDataRels1_1.jpg"/><Relationship Id="rId4" Type="http://schemas.openxmlformats.org/officeDocument/2006/relationships/image" Target="../media/OOXDiagramDataRels1_2.jpg"/>
</Relationships>
</file>

<file path=ppt/diagrams/_rels/drawing1.xml.rels><?xml version="1.0" encoding="UTF-8"?>
<Relationships xmlns="http://schemas.openxmlformats.org/package/2006/relationships"><Relationship Id="rId1" Type="http://schemas.openxmlformats.org/officeDocument/2006/relationships/image" Target="../media/OOXDiagramDrawingRels1_0.jpg"/><Relationship Id="rId3" Type="http://schemas.openxmlformats.org/officeDocument/2006/relationships/image" Target="../media/OOXDiagramDrawingRels1_1.jpg"/><Relationship Id="rId4" Type="http://schemas.openxmlformats.org/officeDocument/2006/relationships/image" Target="../media/OOXDiagramDrawingRels1_2.jpg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966091-4A3D-4EC4-A566-4A609E10C4A1}" type="doc">
      <dgm:prSet loTypeId="urn:microsoft.com/office/officeart/2005/8/layout/h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DC25C03-C4B8-48E4-9D23-8D2B7831F3E6}">
      <dgm:prSet phldrT="[Текст]"/>
      <dgm:spPr/>
      <dgm:t>
        <a:bodyPr/>
        <a:lstStyle/>
        <a:p>
          <a:r>
            <a:rPr lang="uk-UA" dirty="0"/>
            <a:t>Вокаліст гурту</a:t>
          </a:r>
          <a:endParaRPr lang="ru-RU" dirty="0"/>
        </a:p>
      </dgm:t>
    </dgm:pt>
    <dgm:pt modelId="{E8BAAFB1-D36C-43E7-9123-A1B6CBB56D4B}" type="parTrans" cxnId="{E9EB6122-6573-47C0-B736-B3380BE50FC0}">
      <dgm:prSet/>
      <dgm:spPr/>
      <dgm:t>
        <a:bodyPr/>
        <a:lstStyle/>
        <a:p>
          <a:endParaRPr lang="ru-RU"/>
        </a:p>
      </dgm:t>
    </dgm:pt>
    <dgm:pt modelId="{B2910240-8872-45FF-AF25-11444A2E1651}" type="sibTrans" cxnId="{E9EB6122-6573-47C0-B736-B3380BE50FC0}">
      <dgm:prSet/>
      <dgm:spPr/>
      <dgm:t>
        <a:bodyPr/>
        <a:lstStyle/>
        <a:p>
          <a:endParaRPr lang="ru-RU"/>
        </a:p>
      </dgm:t>
    </dgm:pt>
    <dgm:pt modelId="{30FFC9B3-AC01-43ED-A0EA-6DE11485C56D}">
      <dgm:prSet phldrT="[Текст]"/>
      <dgm:spPr/>
      <dgm:t>
        <a:bodyPr/>
        <a:lstStyle/>
        <a:p>
          <a:r>
            <a:rPr lang="uk-UA" dirty="0"/>
            <a:t>Святослав Вакарчук</a:t>
          </a:r>
          <a:endParaRPr lang="ru-RU" dirty="0"/>
        </a:p>
      </dgm:t>
    </dgm:pt>
    <dgm:pt modelId="{66FF895F-0CA4-490F-96EF-FF3C0050CD3D}" type="parTrans" cxnId="{8DF7F3F9-F82F-4C28-8917-3F4065AC513C}">
      <dgm:prSet/>
      <dgm:spPr/>
      <dgm:t>
        <a:bodyPr/>
        <a:lstStyle/>
        <a:p>
          <a:endParaRPr lang="ru-RU"/>
        </a:p>
      </dgm:t>
    </dgm:pt>
    <dgm:pt modelId="{20EC7452-6223-4AC5-A5A4-5854C906F49D}" type="sibTrans" cxnId="{8DF7F3F9-F82F-4C28-8917-3F4065AC513C}">
      <dgm:prSet/>
      <dgm:spPr/>
      <dgm:t>
        <a:bodyPr/>
        <a:lstStyle/>
        <a:p>
          <a:endParaRPr lang="ru-RU"/>
        </a:p>
      </dgm:t>
    </dgm:pt>
    <dgm:pt modelId="{B8C05A63-AA99-4F18-89AC-0A68737E7A96}">
      <dgm:prSet phldrT="[Текст]"/>
      <dgm:spPr/>
      <dgm:t>
        <a:bodyPr/>
        <a:lstStyle/>
        <a:p>
          <a:r>
            <a:rPr lang="ru-RU" dirty="0"/>
            <a:t>бас-</a:t>
          </a:r>
          <a:r>
            <a:rPr lang="ru-RU" dirty="0" err="1"/>
            <a:t>гітарист</a:t>
          </a:r>
          <a:r>
            <a:rPr lang="ru-RU" dirty="0"/>
            <a:t> гурту</a:t>
          </a:r>
        </a:p>
      </dgm:t>
    </dgm:pt>
    <dgm:pt modelId="{3530F01D-95C7-4493-8915-A85E4A8AA210}" type="parTrans" cxnId="{C7B84492-A2ED-4C8E-9632-868ED5630426}">
      <dgm:prSet/>
      <dgm:spPr/>
      <dgm:t>
        <a:bodyPr/>
        <a:lstStyle/>
        <a:p>
          <a:endParaRPr lang="ru-RU"/>
        </a:p>
      </dgm:t>
    </dgm:pt>
    <dgm:pt modelId="{52EBFDBE-9C42-46C7-8446-7E70123B1E46}" type="sibTrans" cxnId="{C7B84492-A2ED-4C8E-9632-868ED5630426}">
      <dgm:prSet/>
      <dgm:spPr/>
      <dgm:t>
        <a:bodyPr/>
        <a:lstStyle/>
        <a:p>
          <a:endParaRPr lang="ru-RU"/>
        </a:p>
      </dgm:t>
    </dgm:pt>
    <dgm:pt modelId="{CD7D3758-B505-4CCA-9C2B-85C33B1756EF}">
      <dgm:prSet phldrT="[Текст]"/>
      <dgm:spPr/>
      <dgm:t>
        <a:bodyPr/>
        <a:lstStyle/>
        <a:p>
          <a:r>
            <a:rPr lang="uk-UA" dirty="0"/>
            <a:t>Денис Дудко</a:t>
          </a:r>
          <a:endParaRPr lang="ru-RU" dirty="0"/>
        </a:p>
      </dgm:t>
    </dgm:pt>
    <dgm:pt modelId="{E02404B3-6AA0-4CBE-BE0B-E0355A9DBEA7}" type="parTrans" cxnId="{01DBB9D6-2CD2-4962-9812-1F8050EE03CB}">
      <dgm:prSet/>
      <dgm:spPr/>
      <dgm:t>
        <a:bodyPr/>
        <a:lstStyle/>
        <a:p>
          <a:endParaRPr lang="ru-RU"/>
        </a:p>
      </dgm:t>
    </dgm:pt>
    <dgm:pt modelId="{136C4A60-ACD2-4F86-94C4-2DD1CC0DF599}" type="sibTrans" cxnId="{01DBB9D6-2CD2-4962-9812-1F8050EE03CB}">
      <dgm:prSet/>
      <dgm:spPr/>
      <dgm:t>
        <a:bodyPr/>
        <a:lstStyle/>
        <a:p>
          <a:endParaRPr lang="ru-RU"/>
        </a:p>
      </dgm:t>
    </dgm:pt>
    <dgm:pt modelId="{2807E6C9-C3AE-4481-A616-F19F9E1D1532}">
      <dgm:prSet phldrT="[Текст]"/>
      <dgm:spPr/>
      <dgm:t>
        <a:bodyPr/>
        <a:lstStyle/>
        <a:p>
          <a:r>
            <a:rPr lang="ru-RU" dirty="0"/>
            <a:t>Ударник гурту</a:t>
          </a:r>
        </a:p>
      </dgm:t>
    </dgm:pt>
    <dgm:pt modelId="{B8A81AB7-BBC9-4882-A8C7-267A206785D5}" type="parTrans" cxnId="{E8949775-672F-4DFF-A15A-EE1204F98155}">
      <dgm:prSet/>
      <dgm:spPr/>
      <dgm:t>
        <a:bodyPr/>
        <a:lstStyle/>
        <a:p>
          <a:endParaRPr lang="ru-RU"/>
        </a:p>
      </dgm:t>
    </dgm:pt>
    <dgm:pt modelId="{C6A51401-BCEA-4FDA-9E75-1EE1B49E575C}" type="sibTrans" cxnId="{E8949775-672F-4DFF-A15A-EE1204F98155}">
      <dgm:prSet/>
      <dgm:spPr/>
      <dgm:t>
        <a:bodyPr/>
        <a:lstStyle/>
        <a:p>
          <a:endParaRPr lang="ru-RU"/>
        </a:p>
      </dgm:t>
    </dgm:pt>
    <dgm:pt modelId="{4DBC3833-062B-4C2B-9576-F59C0661A370}">
      <dgm:prSet phldrT="[Текст]"/>
      <dgm:spPr/>
      <dgm:t>
        <a:bodyPr/>
        <a:lstStyle/>
        <a:p>
          <a:r>
            <a:rPr lang="uk-UA" dirty="0"/>
            <a:t>Денис </a:t>
          </a:r>
          <a:r>
            <a:rPr lang="uk-UA" dirty="0" err="1"/>
            <a:t>Глінін</a:t>
          </a:r>
          <a:endParaRPr lang="ru-RU" dirty="0"/>
        </a:p>
      </dgm:t>
    </dgm:pt>
    <dgm:pt modelId="{65170559-7150-432B-A4D3-54575B479FA9}" type="parTrans" cxnId="{F56DB3C5-E780-452A-8593-F19EB0E80BFA}">
      <dgm:prSet/>
      <dgm:spPr/>
      <dgm:t>
        <a:bodyPr/>
        <a:lstStyle/>
        <a:p>
          <a:endParaRPr lang="ru-RU"/>
        </a:p>
      </dgm:t>
    </dgm:pt>
    <dgm:pt modelId="{6795492B-990D-4BBE-ADDC-A43C4FAEE3A9}" type="sibTrans" cxnId="{F56DB3C5-E780-452A-8593-F19EB0E80BFA}">
      <dgm:prSet/>
      <dgm:spPr/>
      <dgm:t>
        <a:bodyPr/>
        <a:lstStyle/>
        <a:p>
          <a:endParaRPr lang="ru-RU"/>
        </a:p>
      </dgm:t>
    </dgm:pt>
    <dgm:pt modelId="{72D86445-5856-475D-AD70-CE1B76FA0183}" type="pres">
      <dgm:prSet presAssocID="{A8966091-4A3D-4EC4-A566-4A609E10C4A1}" presName="linearFlow" presStyleCnt="0">
        <dgm:presLayoutVars>
          <dgm:dir/>
          <dgm:animLvl val="lvl"/>
          <dgm:resizeHandles/>
        </dgm:presLayoutVars>
      </dgm:prSet>
      <dgm:spPr/>
    </dgm:pt>
    <dgm:pt modelId="{236AEB51-CCD4-4789-8298-DBF0F1E69C6E}" type="pres">
      <dgm:prSet presAssocID="{FDC25C03-C4B8-48E4-9D23-8D2B7831F3E6}" presName="compositeNode" presStyleCnt="0">
        <dgm:presLayoutVars>
          <dgm:bulletEnabled val="1"/>
        </dgm:presLayoutVars>
      </dgm:prSet>
      <dgm:spPr/>
    </dgm:pt>
    <dgm:pt modelId="{E64EEB36-A139-49F0-8877-857B6B54F103}" type="pres">
      <dgm:prSet presAssocID="{FDC25C03-C4B8-48E4-9D23-8D2B7831F3E6}" presName="image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16000" r="-16000"/>
          </a:stretch>
        </a:blipFill>
      </dgm:spPr>
    </dgm:pt>
    <dgm:pt modelId="{C2085DA3-D492-4619-8B0D-D2AA954647C9}" type="pres">
      <dgm:prSet presAssocID="{FDC25C03-C4B8-48E4-9D23-8D2B7831F3E6}" presName="childNode" presStyleLbl="node1" presStyleIdx="0" presStyleCnt="3">
        <dgm:presLayoutVars>
          <dgm:bulletEnabled val="1"/>
        </dgm:presLayoutVars>
      </dgm:prSet>
      <dgm:spPr/>
    </dgm:pt>
    <dgm:pt modelId="{972E2322-D00C-4CF1-A006-E82B0042600A}" type="pres">
      <dgm:prSet presAssocID="{FDC25C03-C4B8-48E4-9D23-8D2B7831F3E6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ED22FF06-9CD6-481B-BCBD-68EA4098EDCC}" type="pres">
      <dgm:prSet presAssocID="{B2910240-8872-45FF-AF25-11444A2E1651}" presName="sibTrans" presStyleCnt="0"/>
      <dgm:spPr/>
    </dgm:pt>
    <dgm:pt modelId="{CDE6887E-EF11-4556-86B9-F54566444346}" type="pres">
      <dgm:prSet presAssocID="{B8C05A63-AA99-4F18-89AC-0A68737E7A96}" presName="compositeNode" presStyleCnt="0">
        <dgm:presLayoutVars>
          <dgm:bulletEnabled val="1"/>
        </dgm:presLayoutVars>
      </dgm:prSet>
      <dgm:spPr/>
    </dgm:pt>
    <dgm:pt modelId="{DD73ED34-303A-4FE1-8AF1-5636F7BDBE2C}" type="pres">
      <dgm:prSet presAssocID="{B8C05A63-AA99-4F18-89AC-0A68737E7A96}" presName="image" presStyleLbl="fgImgPlac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</dgm:spPr>
    </dgm:pt>
    <dgm:pt modelId="{81E9F44F-B60A-47B8-9AB2-090766C29F31}" type="pres">
      <dgm:prSet presAssocID="{B8C05A63-AA99-4F18-89AC-0A68737E7A96}" presName="childNode" presStyleLbl="node1" presStyleIdx="1" presStyleCnt="3" custLinFactNeighborX="-2431" custLinFactNeighborY="805">
        <dgm:presLayoutVars>
          <dgm:bulletEnabled val="1"/>
        </dgm:presLayoutVars>
      </dgm:prSet>
      <dgm:spPr/>
    </dgm:pt>
    <dgm:pt modelId="{B3928DE4-31D8-4E0C-844F-80F605847D49}" type="pres">
      <dgm:prSet presAssocID="{B8C05A63-AA99-4F18-89AC-0A68737E7A96}" presName="parentNode" presStyleLbl="revTx" presStyleIdx="1" presStyleCnt="3">
        <dgm:presLayoutVars>
          <dgm:chMax val="0"/>
          <dgm:bulletEnabled val="1"/>
        </dgm:presLayoutVars>
      </dgm:prSet>
      <dgm:spPr/>
    </dgm:pt>
    <dgm:pt modelId="{71857D53-9A88-486C-BD4F-EE724EAC7C72}" type="pres">
      <dgm:prSet presAssocID="{52EBFDBE-9C42-46C7-8446-7E70123B1E46}" presName="sibTrans" presStyleCnt="0"/>
      <dgm:spPr/>
    </dgm:pt>
    <dgm:pt modelId="{B4B7D5E2-4D48-4112-9F92-CB4EB3831CF9}" type="pres">
      <dgm:prSet presAssocID="{2807E6C9-C3AE-4481-A616-F19F9E1D1532}" presName="compositeNode" presStyleCnt="0">
        <dgm:presLayoutVars>
          <dgm:bulletEnabled val="1"/>
        </dgm:presLayoutVars>
      </dgm:prSet>
      <dgm:spPr/>
    </dgm:pt>
    <dgm:pt modelId="{A63CC9CF-C5BB-4FEC-9D69-CEDC48F26F1D}" type="pres">
      <dgm:prSet presAssocID="{2807E6C9-C3AE-4481-A616-F19F9E1D1532}" presName="image" presStyleLbl="fgImgPlace1" presStyleIdx="2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B534DC95-1C1C-4E5E-8E26-9467151E611D}" type="pres">
      <dgm:prSet presAssocID="{2807E6C9-C3AE-4481-A616-F19F9E1D1532}" presName="childNode" presStyleLbl="node1" presStyleIdx="2" presStyleCnt="3">
        <dgm:presLayoutVars>
          <dgm:bulletEnabled val="1"/>
        </dgm:presLayoutVars>
      </dgm:prSet>
      <dgm:spPr/>
    </dgm:pt>
    <dgm:pt modelId="{8D5CDF93-0523-4971-8881-8C1AAF8B1511}" type="pres">
      <dgm:prSet presAssocID="{2807E6C9-C3AE-4481-A616-F19F9E1D1532}" presName="parentNode" presStyleLbl="revTx" presStyleIdx="2" presStyleCnt="3">
        <dgm:presLayoutVars>
          <dgm:chMax val="0"/>
          <dgm:bulletEnabled val="1"/>
        </dgm:presLayoutVars>
      </dgm:prSet>
      <dgm:spPr/>
    </dgm:pt>
  </dgm:ptLst>
  <dgm:cxnLst>
    <dgm:cxn modelId="{E9EB6122-6573-47C0-B736-B3380BE50FC0}" srcId="{A8966091-4A3D-4EC4-A566-4A609E10C4A1}" destId="{FDC25C03-C4B8-48E4-9D23-8D2B7831F3E6}" srcOrd="0" destOrd="0" parTransId="{E8BAAFB1-D36C-43E7-9123-A1B6CBB56D4B}" sibTransId="{B2910240-8872-45FF-AF25-11444A2E1651}"/>
    <dgm:cxn modelId="{B5B30A30-5777-4B58-8DD8-D81E542CD767}" type="presOf" srcId="{FDC25C03-C4B8-48E4-9D23-8D2B7831F3E6}" destId="{972E2322-D00C-4CF1-A006-E82B0042600A}" srcOrd="0" destOrd="0" presId="urn:microsoft.com/office/officeart/2005/8/layout/hList2"/>
    <dgm:cxn modelId="{885F3030-55B5-4C6F-8D5B-8D23BE50EF4B}" type="presOf" srcId="{CD7D3758-B505-4CCA-9C2B-85C33B1756EF}" destId="{81E9F44F-B60A-47B8-9AB2-090766C29F31}" srcOrd="0" destOrd="0" presId="urn:microsoft.com/office/officeart/2005/8/layout/hList2"/>
    <dgm:cxn modelId="{412B6642-351C-4509-9372-CBDF975B6FA9}" type="presOf" srcId="{4DBC3833-062B-4C2B-9576-F59C0661A370}" destId="{B534DC95-1C1C-4E5E-8E26-9467151E611D}" srcOrd="0" destOrd="0" presId="urn:microsoft.com/office/officeart/2005/8/layout/hList2"/>
    <dgm:cxn modelId="{53235871-F498-4CFD-A9A8-CD1355DAF71F}" type="presOf" srcId="{2807E6C9-C3AE-4481-A616-F19F9E1D1532}" destId="{8D5CDF93-0523-4971-8881-8C1AAF8B1511}" srcOrd="0" destOrd="0" presId="urn:microsoft.com/office/officeart/2005/8/layout/hList2"/>
    <dgm:cxn modelId="{E8949775-672F-4DFF-A15A-EE1204F98155}" srcId="{A8966091-4A3D-4EC4-A566-4A609E10C4A1}" destId="{2807E6C9-C3AE-4481-A616-F19F9E1D1532}" srcOrd="2" destOrd="0" parTransId="{B8A81AB7-BBC9-4882-A8C7-267A206785D5}" sibTransId="{C6A51401-BCEA-4FDA-9E75-1EE1B49E575C}"/>
    <dgm:cxn modelId="{C7B84492-A2ED-4C8E-9632-868ED5630426}" srcId="{A8966091-4A3D-4EC4-A566-4A609E10C4A1}" destId="{B8C05A63-AA99-4F18-89AC-0A68737E7A96}" srcOrd="1" destOrd="0" parTransId="{3530F01D-95C7-4493-8915-A85E4A8AA210}" sibTransId="{52EBFDBE-9C42-46C7-8446-7E70123B1E46}"/>
    <dgm:cxn modelId="{F56DB3C5-E780-452A-8593-F19EB0E80BFA}" srcId="{2807E6C9-C3AE-4481-A616-F19F9E1D1532}" destId="{4DBC3833-062B-4C2B-9576-F59C0661A370}" srcOrd="0" destOrd="0" parTransId="{65170559-7150-432B-A4D3-54575B479FA9}" sibTransId="{6795492B-990D-4BBE-ADDC-A43C4FAEE3A9}"/>
    <dgm:cxn modelId="{44251DCD-FB89-4DED-851F-96C10A983EB1}" type="presOf" srcId="{B8C05A63-AA99-4F18-89AC-0A68737E7A96}" destId="{B3928DE4-31D8-4E0C-844F-80F605847D49}" srcOrd="0" destOrd="0" presId="urn:microsoft.com/office/officeart/2005/8/layout/hList2"/>
    <dgm:cxn modelId="{9E2A79D2-A201-4A5A-AB14-94CE5CD6A0BF}" type="presOf" srcId="{30FFC9B3-AC01-43ED-A0EA-6DE11485C56D}" destId="{C2085DA3-D492-4619-8B0D-D2AA954647C9}" srcOrd="0" destOrd="0" presId="urn:microsoft.com/office/officeart/2005/8/layout/hList2"/>
    <dgm:cxn modelId="{01DBB9D6-2CD2-4962-9812-1F8050EE03CB}" srcId="{B8C05A63-AA99-4F18-89AC-0A68737E7A96}" destId="{CD7D3758-B505-4CCA-9C2B-85C33B1756EF}" srcOrd="0" destOrd="0" parTransId="{E02404B3-6AA0-4CBE-BE0B-E0355A9DBEA7}" sibTransId="{136C4A60-ACD2-4F86-94C4-2DD1CC0DF599}"/>
    <dgm:cxn modelId="{8DF7F3F9-F82F-4C28-8917-3F4065AC513C}" srcId="{FDC25C03-C4B8-48E4-9D23-8D2B7831F3E6}" destId="{30FFC9B3-AC01-43ED-A0EA-6DE11485C56D}" srcOrd="0" destOrd="0" parTransId="{66FF895F-0CA4-490F-96EF-FF3C0050CD3D}" sibTransId="{20EC7452-6223-4AC5-A5A4-5854C906F49D}"/>
    <dgm:cxn modelId="{CC115FFC-4054-4FFF-B33A-0DFB08A72724}" type="presOf" srcId="{A8966091-4A3D-4EC4-A566-4A609E10C4A1}" destId="{72D86445-5856-475D-AD70-CE1B76FA0183}" srcOrd="0" destOrd="0" presId="urn:microsoft.com/office/officeart/2005/8/layout/hList2"/>
    <dgm:cxn modelId="{0BDE8B04-DA1B-4BAF-B26B-B76B0F566EDA}" type="presParOf" srcId="{72D86445-5856-475D-AD70-CE1B76FA0183}" destId="{236AEB51-CCD4-4789-8298-DBF0F1E69C6E}" srcOrd="0" destOrd="0" presId="urn:microsoft.com/office/officeart/2005/8/layout/hList2"/>
    <dgm:cxn modelId="{6825B382-C328-44F1-8EF3-7EA30ED695F3}" type="presParOf" srcId="{236AEB51-CCD4-4789-8298-DBF0F1E69C6E}" destId="{E64EEB36-A139-49F0-8877-857B6B54F103}" srcOrd="0" destOrd="0" presId="urn:microsoft.com/office/officeart/2005/8/layout/hList2"/>
    <dgm:cxn modelId="{359E8131-38DA-4813-B816-5D1F0636A14E}" type="presParOf" srcId="{236AEB51-CCD4-4789-8298-DBF0F1E69C6E}" destId="{C2085DA3-D492-4619-8B0D-D2AA954647C9}" srcOrd="1" destOrd="0" presId="urn:microsoft.com/office/officeart/2005/8/layout/hList2"/>
    <dgm:cxn modelId="{E53BD500-D211-4C9D-8B4B-9F1AC496CFD2}" type="presParOf" srcId="{236AEB51-CCD4-4789-8298-DBF0F1E69C6E}" destId="{972E2322-D00C-4CF1-A006-E82B0042600A}" srcOrd="2" destOrd="0" presId="urn:microsoft.com/office/officeart/2005/8/layout/hList2"/>
    <dgm:cxn modelId="{E7C0663C-F29A-4620-9F83-98FB25EE7EEC}" type="presParOf" srcId="{72D86445-5856-475D-AD70-CE1B76FA0183}" destId="{ED22FF06-9CD6-481B-BCBD-68EA4098EDCC}" srcOrd="1" destOrd="0" presId="urn:microsoft.com/office/officeart/2005/8/layout/hList2"/>
    <dgm:cxn modelId="{5F0AB552-346F-4857-A6C5-BEB1CC39A7D1}" type="presParOf" srcId="{72D86445-5856-475D-AD70-CE1B76FA0183}" destId="{CDE6887E-EF11-4556-86B9-F54566444346}" srcOrd="2" destOrd="0" presId="urn:microsoft.com/office/officeart/2005/8/layout/hList2"/>
    <dgm:cxn modelId="{333A0470-7EF1-483E-8226-25731AA0CCC6}" type="presParOf" srcId="{CDE6887E-EF11-4556-86B9-F54566444346}" destId="{DD73ED34-303A-4FE1-8AF1-5636F7BDBE2C}" srcOrd="0" destOrd="0" presId="urn:microsoft.com/office/officeart/2005/8/layout/hList2"/>
    <dgm:cxn modelId="{DBFCAEC3-CBEB-43BB-ABF2-7D28CA4E885B}" type="presParOf" srcId="{CDE6887E-EF11-4556-86B9-F54566444346}" destId="{81E9F44F-B60A-47B8-9AB2-090766C29F31}" srcOrd="1" destOrd="0" presId="urn:microsoft.com/office/officeart/2005/8/layout/hList2"/>
    <dgm:cxn modelId="{973E9477-2A0B-4C29-B0E3-9C2A4282CC61}" type="presParOf" srcId="{CDE6887E-EF11-4556-86B9-F54566444346}" destId="{B3928DE4-31D8-4E0C-844F-80F605847D49}" srcOrd="2" destOrd="0" presId="urn:microsoft.com/office/officeart/2005/8/layout/hList2"/>
    <dgm:cxn modelId="{713DFF85-58B1-4DDF-9042-75C06D872829}" type="presParOf" srcId="{72D86445-5856-475D-AD70-CE1B76FA0183}" destId="{71857D53-9A88-486C-BD4F-EE724EAC7C72}" srcOrd="3" destOrd="0" presId="urn:microsoft.com/office/officeart/2005/8/layout/hList2"/>
    <dgm:cxn modelId="{A36BEB49-5922-46A4-AB1C-BB8A2B6FC5B0}" type="presParOf" srcId="{72D86445-5856-475D-AD70-CE1B76FA0183}" destId="{B4B7D5E2-4D48-4112-9F92-CB4EB3831CF9}" srcOrd="4" destOrd="0" presId="urn:microsoft.com/office/officeart/2005/8/layout/hList2"/>
    <dgm:cxn modelId="{C81A0591-3EC9-4443-9FB2-43514C0A2DAD}" type="presParOf" srcId="{B4B7D5E2-4D48-4112-9F92-CB4EB3831CF9}" destId="{A63CC9CF-C5BB-4FEC-9D69-CEDC48F26F1D}" srcOrd="0" destOrd="0" presId="urn:microsoft.com/office/officeart/2005/8/layout/hList2"/>
    <dgm:cxn modelId="{580813C1-155D-4937-B916-BE419ED8BC1D}" type="presParOf" srcId="{B4B7D5E2-4D48-4112-9F92-CB4EB3831CF9}" destId="{B534DC95-1C1C-4E5E-8E26-9467151E611D}" srcOrd="1" destOrd="0" presId="urn:microsoft.com/office/officeart/2005/8/layout/hList2"/>
    <dgm:cxn modelId="{8E155955-5334-4DFD-9B9B-FF0C7EAF9F4C}" type="presParOf" srcId="{B4B7D5E2-4D48-4112-9F92-CB4EB3831CF9}" destId="{8D5CDF93-0523-4971-8881-8C1AAF8B1511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2E2322-D00C-4CF1-A006-E82B0042600A}">
      <dsp:nvSpPr>
        <dsp:cNvPr id="0" name=""/>
        <dsp:cNvSpPr/>
      </dsp:nvSpPr>
      <dsp:spPr>
        <a:xfrm rot="16200000">
          <a:off x="-1867795" y="2772097"/>
          <a:ext cx="4226560" cy="392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45967" bIns="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kern="1200" dirty="0"/>
            <a:t>Вокаліст гурту</a:t>
          </a:r>
          <a:endParaRPr lang="ru-RU" sz="2800" kern="1200" dirty="0"/>
        </a:p>
      </dsp:txBody>
      <dsp:txXfrm>
        <a:off x="-1867795" y="2772097"/>
        <a:ext cx="4226560" cy="392277"/>
      </dsp:txXfrm>
    </dsp:sp>
    <dsp:sp modelId="{C2085DA3-D492-4619-8B0D-D2AA954647C9}">
      <dsp:nvSpPr>
        <dsp:cNvPr id="0" name=""/>
        <dsp:cNvSpPr/>
      </dsp:nvSpPr>
      <dsp:spPr>
        <a:xfrm>
          <a:off x="441623" y="854956"/>
          <a:ext cx="1953958" cy="42265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345967" rIns="213360" bIns="21336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2300" kern="1200" dirty="0"/>
            <a:t>Святослав Вакарчук</a:t>
          </a:r>
          <a:endParaRPr lang="ru-RU" sz="2300" kern="1200" dirty="0"/>
        </a:p>
      </dsp:txBody>
      <dsp:txXfrm>
        <a:off x="441623" y="854956"/>
        <a:ext cx="1953958" cy="4226560"/>
      </dsp:txXfrm>
    </dsp:sp>
    <dsp:sp modelId="{E64EEB36-A139-49F0-8877-857B6B54F103}">
      <dsp:nvSpPr>
        <dsp:cNvPr id="0" name=""/>
        <dsp:cNvSpPr/>
      </dsp:nvSpPr>
      <dsp:spPr>
        <a:xfrm>
          <a:off x="49345" y="337150"/>
          <a:ext cx="784555" cy="7845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16000" r="-1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928DE4-31D8-4E0C-844F-80F605847D49}">
      <dsp:nvSpPr>
        <dsp:cNvPr id="0" name=""/>
        <dsp:cNvSpPr/>
      </dsp:nvSpPr>
      <dsp:spPr>
        <a:xfrm rot="16200000">
          <a:off x="973740" y="2772097"/>
          <a:ext cx="4226560" cy="392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45967" bIns="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бас-</a:t>
          </a:r>
          <a:r>
            <a:rPr lang="ru-RU" sz="2800" kern="1200" dirty="0" err="1"/>
            <a:t>гітарист</a:t>
          </a:r>
          <a:r>
            <a:rPr lang="ru-RU" sz="2800" kern="1200" dirty="0"/>
            <a:t> гурту</a:t>
          </a:r>
        </a:p>
      </dsp:txBody>
      <dsp:txXfrm>
        <a:off x="973740" y="2772097"/>
        <a:ext cx="4226560" cy="392277"/>
      </dsp:txXfrm>
    </dsp:sp>
    <dsp:sp modelId="{81E9F44F-B60A-47B8-9AB2-090766C29F31}">
      <dsp:nvSpPr>
        <dsp:cNvPr id="0" name=""/>
        <dsp:cNvSpPr/>
      </dsp:nvSpPr>
      <dsp:spPr>
        <a:xfrm>
          <a:off x="3235658" y="888980"/>
          <a:ext cx="1953958" cy="42265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345967" rIns="213360" bIns="21336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2300" kern="1200" dirty="0"/>
            <a:t>Денис Дудко</a:t>
          </a:r>
          <a:endParaRPr lang="ru-RU" sz="2300" kern="1200" dirty="0"/>
        </a:p>
      </dsp:txBody>
      <dsp:txXfrm>
        <a:off x="3235658" y="888980"/>
        <a:ext cx="1953958" cy="4226560"/>
      </dsp:txXfrm>
    </dsp:sp>
    <dsp:sp modelId="{DD73ED34-303A-4FE1-8AF1-5636F7BDBE2C}">
      <dsp:nvSpPr>
        <dsp:cNvPr id="0" name=""/>
        <dsp:cNvSpPr/>
      </dsp:nvSpPr>
      <dsp:spPr>
        <a:xfrm>
          <a:off x="2890881" y="337150"/>
          <a:ext cx="784555" cy="7845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5CDF93-0523-4971-8881-8C1AAF8B1511}">
      <dsp:nvSpPr>
        <dsp:cNvPr id="0" name=""/>
        <dsp:cNvSpPr/>
      </dsp:nvSpPr>
      <dsp:spPr>
        <a:xfrm rot="16200000">
          <a:off x="3815276" y="2772097"/>
          <a:ext cx="4226560" cy="392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45967" bIns="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Ударник гурту</a:t>
          </a:r>
        </a:p>
      </dsp:txBody>
      <dsp:txXfrm>
        <a:off x="3815276" y="2772097"/>
        <a:ext cx="4226560" cy="392277"/>
      </dsp:txXfrm>
    </dsp:sp>
    <dsp:sp modelId="{B534DC95-1C1C-4E5E-8E26-9467151E611D}">
      <dsp:nvSpPr>
        <dsp:cNvPr id="0" name=""/>
        <dsp:cNvSpPr/>
      </dsp:nvSpPr>
      <dsp:spPr>
        <a:xfrm>
          <a:off x="6124695" y="854956"/>
          <a:ext cx="1953958" cy="42265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345967" rIns="213360" bIns="21336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2300" kern="1200" dirty="0"/>
            <a:t>Денис </a:t>
          </a:r>
          <a:r>
            <a:rPr lang="uk-UA" sz="2300" kern="1200" dirty="0" err="1"/>
            <a:t>Глінін</a:t>
          </a:r>
          <a:endParaRPr lang="ru-RU" sz="2300" kern="1200" dirty="0"/>
        </a:p>
      </dsp:txBody>
      <dsp:txXfrm>
        <a:off x="6124695" y="854956"/>
        <a:ext cx="1953958" cy="4226560"/>
      </dsp:txXfrm>
    </dsp:sp>
    <dsp:sp modelId="{A63CC9CF-C5BB-4FEC-9D69-CEDC48F26F1D}">
      <dsp:nvSpPr>
        <dsp:cNvPr id="0" name=""/>
        <dsp:cNvSpPr/>
      </dsp:nvSpPr>
      <dsp:spPr>
        <a:xfrm>
          <a:off x="5732418" y="337150"/>
          <a:ext cx="784555" cy="784555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ffffff"/>
                </a:solidFill>
                <a:latin typeface="Calibri Light"/>
              </a:rPr>
              <a:t>Образец заголовка</a:t>
            </a:r>
            <a:endParaRPr b="0" lang="en-US" sz="60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48E87F53-4B95-4951-A733-3FCA56C921C9}" type="datetime">
              <a:rPr b="0" lang="uk-UA" sz="1200" spc="-1" strike="noStrike">
                <a:solidFill>
                  <a:srgbClr val="ffffff"/>
                </a:solidFill>
                <a:latin typeface="Calibri"/>
              </a:rPr>
              <a:t>16.5.23</a:t>
            </a:fld>
            <a:endParaRPr b="0" lang="uk-UA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uk-UA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496AF209-218C-4212-89FA-6C0F6C6BFF96}" type="slidenum">
              <a:rPr b="0" lang="uk-UA" sz="1200" spc="-1" strike="noStrike">
                <a:solidFill>
                  <a:srgbClr val="ffffff"/>
                </a:solidFill>
                <a:latin typeface="Calibri"/>
              </a:rPr>
              <a:t>7</a:t>
            </a:fld>
            <a:endParaRPr b="0" lang="uk-UA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Для редагування структури клацніть мишею</a:t>
            </a:r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Другий рівень структури</a:t>
            </a:r>
            <a:endParaRPr b="0" lang="en-US" sz="2000" spc="-1" strike="noStrike">
              <a:solidFill>
                <a:srgbClr val="ffffff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Третій рівень структури</a:t>
            </a:r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Четвертий рівень структури</a:t>
            </a:r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П'ятий рівень структури</a:t>
            </a:r>
            <a:endParaRPr b="0" lang="en-US" sz="2000" spc="-1" strike="noStrike">
              <a:solidFill>
                <a:srgbClr val="ffffff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Шостий рівень структури</a:t>
            </a:r>
            <a:endParaRPr b="0" lang="en-US" sz="2000" spc="-1" strike="noStrike">
              <a:solidFill>
                <a:srgbClr val="ffffff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Сьомий рівень структури</a:t>
            </a:r>
            <a:endParaRPr b="0" lang="en-US" sz="20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ffffff"/>
                </a:solidFill>
                <a:latin typeface="Calibri Light"/>
              </a:rPr>
              <a:t>Образец заголовка</a:t>
            </a:r>
            <a:endParaRPr b="0" lang="en-US" sz="4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Образец текста</a:t>
            </a:r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Второй уровень</a:t>
            </a:r>
            <a:endParaRPr b="0" lang="en-US" sz="2400" spc="-1" strike="noStrike">
              <a:solidFill>
                <a:srgbClr val="ffffff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Третий уровень</a:t>
            </a:r>
            <a:endParaRPr b="0" lang="en-US" sz="2000" spc="-1" strike="noStrike">
              <a:solidFill>
                <a:srgbClr val="ffffff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Четвертый уровень</a:t>
            </a:r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Пятый уровень</a:t>
            </a:r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5354D6E8-32D7-4755-A1D7-125A4214A97E}" type="datetime">
              <a:rPr b="0" lang="uk-UA" sz="1200" spc="-1" strike="noStrike">
                <a:solidFill>
                  <a:srgbClr val="ffffff"/>
                </a:solidFill>
                <a:latin typeface="Calibri"/>
              </a:rPr>
              <a:t>16.5.23</a:t>
            </a:fld>
            <a:endParaRPr b="0" lang="uk-UA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uk-UA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72EE588B-47BE-429E-BFC8-F7ACC31FE0ED}" type="slidenum">
              <a:rPr b="0" lang="uk-UA" sz="1200" spc="-1" strike="noStrike">
                <a:solidFill>
                  <a:srgbClr val="ffffff"/>
                </a:solidFill>
                <a:latin typeface="Calibri"/>
              </a:rPr>
              <a:t>&lt;номер&gt;</a:t>
            </a:fld>
            <a:endParaRPr b="0" lang="uk-UA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5988960" y="5202360"/>
            <a:ext cx="9143640" cy="16552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b="0" lang="uk-UA" sz="2400" spc="-1" strike="noStrike">
                <a:solidFill>
                  <a:srgbClr val="ffffff"/>
                </a:solidFill>
                <a:latin typeface="Calibri"/>
              </a:rPr>
              <a:t>Лаболаторна робота №1</a:t>
            </a:r>
            <a:endParaRPr b="0" lang="uk-UA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b="0" lang="uk-UA" sz="2400" spc="-1" strike="noStrike">
                <a:solidFill>
                  <a:srgbClr val="ffffff"/>
                </a:solidFill>
                <a:latin typeface="Calibri"/>
              </a:rPr>
              <a:t>Розділ 4</a:t>
            </a:r>
            <a:endParaRPr b="0" lang="uk-UA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b="0" lang="uk-UA" sz="2400" spc="-1" strike="noStrike">
                <a:solidFill>
                  <a:srgbClr val="ffffff"/>
                </a:solidFill>
                <a:latin typeface="Calibri"/>
              </a:rPr>
              <a:t>КН-11</a:t>
            </a:r>
            <a:endParaRPr b="0" lang="uk-UA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b="0" lang="uk-UA" sz="2400" spc="-1" strike="noStrike">
                <a:solidFill>
                  <a:srgbClr val="ffffff"/>
                </a:solidFill>
                <a:latin typeface="Calibri"/>
              </a:rPr>
              <a:t>Матюнін Данило</a:t>
            </a:r>
            <a:endParaRPr b="0" lang="uk-UA" sz="2400" spc="-1" strike="noStrike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225000" y="1852560"/>
            <a:ext cx="4404960" cy="2814120"/>
          </a:xfrm>
          <a:prstGeom prst="roundRect">
            <a:avLst>
              <a:gd name="adj" fmla="val 8594"/>
            </a:avLst>
          </a:prstGeom>
          <a:blipFill rotWithShape="0">
            <a:blip r:embed="rId1"/>
            <a:stretch>
              <a:fillRect/>
            </a:stretch>
          </a:blipFill>
          <a:ln>
            <a:noFill/>
          </a:ln>
          <a:effectLst>
            <a:outerShdw algn="ctr" blurRad="50800" dir="5400000" dist="50760" rotWithShape="0">
              <a:srgbClr val="000000"/>
            </a:outerShdw>
            <a:reflection algn="bl" blurRad="12700" dir="5400000" dist="5000" endPos="28000" rotWithShape="0" stA="57000" sy="-100000"/>
            <a:softEdge rad="0"/>
          </a:effectLst>
          <a:scene3d>
            <a:camera prst="orthographicFront"/>
            <a:lightRig dir="t" rig="threePt"/>
          </a:scene3d>
          <a:sp3d>
            <a:bevelT prst="divot" w="139700" h="139700"/>
            <a:bevelB prst="riblet" w="101600"/>
          </a:sp3d>
        </p:spPr>
        <p:style>
          <a:lnRef idx="0"/>
          <a:fillRef idx="0"/>
          <a:effectRef idx="0"/>
          <a:fontRef idx="minor"/>
        </p:style>
      </p:sp>
      <p:sp>
        <p:nvSpPr>
          <p:cNvPr id="84" name="CustomShape 3"/>
          <p:cNvSpPr/>
          <p:nvPr/>
        </p:nvSpPr>
        <p:spPr>
          <a:xfrm>
            <a:off x="4905360" y="673920"/>
            <a:ext cx="7250760" cy="173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>
            <a:spAutoFit/>
          </a:bodyPr>
          <a:p>
            <a:pPr algn="ctr">
              <a:lnSpc>
                <a:spcPct val="100000"/>
              </a:lnSpc>
            </a:pPr>
            <a:r>
              <a:rPr b="1" lang="uk-UA" sz="5400" spc="-1" strike="noStrike">
                <a:solidFill>
                  <a:srgbClr val="ffffff"/>
                </a:solidFill>
                <a:latin typeface="Calibri"/>
              </a:rPr>
              <a:t>Культовий гурт України </a:t>
            </a:r>
            <a:br/>
            <a:r>
              <a:rPr b="1" lang="uk-UA" sz="5400" spc="-1" strike="noStrike">
                <a:solidFill>
                  <a:srgbClr val="ffffff"/>
                </a:solidFill>
                <a:latin typeface="Calibri"/>
              </a:rPr>
              <a:t>«Океан Ельзи»</a:t>
            </a:r>
            <a:endParaRPr b="0" lang="uk-UA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3508920" y="-18360"/>
            <a:ext cx="5173560" cy="91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>
            <a:spAutoFit/>
          </a:bodyPr>
          <a:p>
            <a:pPr algn="ctr">
              <a:lnSpc>
                <a:spcPct val="100000"/>
              </a:lnSpc>
            </a:pPr>
            <a:r>
              <a:rPr b="1" lang="uk-UA" sz="5400" spc="-1" strike="noStrike">
                <a:solidFill>
                  <a:srgbClr val="a5a5a5"/>
                </a:solidFill>
                <a:latin typeface="Calibri"/>
              </a:rPr>
              <a:t>Музиканти Гурту</a:t>
            </a:r>
            <a:endParaRPr b="0" lang="uk-UA" sz="5400" spc="-1" strike="noStrike">
              <a:latin typeface="Arial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3902365860"/>
              </p:ext>
            </p:extLst>
          </p:nvPr>
        </p:nvGraphicFramePr>
        <p:xfrm>
          <a:off x="2031840" y="836640"/>
          <a:ext cx="8127720" cy="5418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1575360" y="261360"/>
            <a:ext cx="9641880" cy="914760"/>
          </a:xfrm>
          <a:prstGeom prst="rect">
            <a:avLst/>
          </a:prstGeom>
          <a:noFill/>
          <a:ln>
            <a:noFill/>
          </a:ln>
        </p:spPr>
        <p:style>
          <a:lnRef idx="2"/>
          <a:fillRef idx="0"/>
          <a:effectRef idx="0"/>
          <a:fontRef idx="minor"/>
        </p:style>
        <p:txBody>
          <a:bodyPr wrap="none">
            <a:spAutoFit/>
          </a:bodyPr>
          <a:p>
            <a:pPr algn="ctr">
              <a:lnSpc>
                <a:spcPct val="100000"/>
              </a:lnSpc>
            </a:pPr>
            <a:r>
              <a:rPr b="1" lang="uk-UA" sz="5400" spc="-1" strike="noStrike">
                <a:solidFill>
                  <a:srgbClr val="595959"/>
                </a:solidFill>
                <a:latin typeface="Calibri"/>
              </a:rPr>
              <a:t>Інформація про гурт за 2008 рік</a:t>
            </a:r>
            <a:endParaRPr b="0" lang="uk-UA" sz="5400" spc="-1" strike="noStrike">
              <a:latin typeface="Arial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7525440" y="1705320"/>
            <a:ext cx="4185720" cy="3151440"/>
          </a:xfrm>
          <a:prstGeom prst="roundRect">
            <a:avLst>
              <a:gd name="adj" fmla="val 4167"/>
            </a:avLst>
          </a:prstGeom>
          <a:blipFill rotWithShape="0">
            <a:blip r:embed="rId1"/>
            <a:stretch>
              <a:fillRect/>
            </a:stretch>
          </a:blipFill>
          <a:ln w="76320">
            <a:solidFill>
              <a:srgbClr val="eaeaea"/>
            </a:solidFill>
            <a:miter/>
          </a:ln>
          <a:effectLst>
            <a:reflection algn="bl" blurRad="12700" dir="5400000" dist="5000" endPos="28000" rotWithShape="0" stA="33000" sy="-100000"/>
          </a:effectLst>
          <a:scene3d>
            <a:camera prst="orthographicFront"/>
            <a:lightRig dir="t" rig="threeP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style>
          <a:lnRef idx="0"/>
          <a:fillRef idx="0"/>
          <a:effectRef idx="0"/>
          <a:fontRef idx="minor"/>
        </p:style>
      </p:sp>
      <p:sp>
        <p:nvSpPr>
          <p:cNvPr id="88" name="CustomShape 3"/>
          <p:cNvSpPr/>
          <p:nvPr/>
        </p:nvSpPr>
        <p:spPr>
          <a:xfrm>
            <a:off x="480240" y="2126880"/>
            <a:ext cx="5129640" cy="2010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uk-UA" sz="1800" spc="-1" strike="noStrike">
                <a:solidFill>
                  <a:srgbClr val="ffffff"/>
                </a:solidFill>
                <a:latin typeface="Bookman Old Style"/>
              </a:rPr>
              <a:t>2008 року Святослав Вакарчук презентував джаз-проєкт «Вночі», випустивши однойменний альбом. Альбом вийшов під ім'ям Святослава Вакарчука як ідейного натхненника, проте над ним працювали всі музиканти О. Е., як і багато запрошених музикантів.</a:t>
            </a:r>
            <a:endParaRPr b="0" lang="uk-UA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8539200" y="1616040"/>
            <a:ext cx="3223800" cy="3223800"/>
          </a:xfrm>
          <a:prstGeom prst="roundRect">
            <a:avLst>
              <a:gd name="adj" fmla="val 8594"/>
            </a:avLst>
          </a:prstGeom>
          <a:blipFill rotWithShape="0">
            <a:blip r:embed="rId1"/>
            <a:stretch>
              <a:fillRect/>
            </a:stretch>
          </a:blipFill>
          <a:ln>
            <a:noFill/>
          </a:ln>
          <a:effectLst>
            <a:glow rad="571500">
              <a:schemeClr val="bg1">
                <a:alpha val="25000"/>
              </a:schemeClr>
            </a:glow>
            <a:reflection algn="bl" blurRad="12700" dir="5400000" dist="5000" endPos="28000" rotWithShape="0" stA="0" sy="-100000"/>
            <a:softEdge rad="0"/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0" name="CustomShape 2"/>
          <p:cNvSpPr/>
          <p:nvPr/>
        </p:nvSpPr>
        <p:spPr>
          <a:xfrm>
            <a:off x="428400" y="2350800"/>
            <a:ext cx="4594320" cy="146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uk-UA" sz="1800" spc="-1" strike="noStrike">
                <a:solidFill>
                  <a:srgbClr val="ffffff"/>
                </a:solidFill>
                <a:latin typeface="Bookman Old Style"/>
              </a:rPr>
              <a:t>Мі́ра — шостий студійний альбом українського гурту «Океан Ельзи», випущений 25 квітня 2007 року лейблом </a:t>
            </a:r>
            <a:r>
              <a:rPr b="1" lang="uk-UA" sz="1800" spc="-1" strike="noStrike" u="sng">
                <a:solidFill>
                  <a:srgbClr val="ffffff"/>
                </a:solidFill>
                <a:uFillTx/>
                <a:latin typeface="Bookman Old Style"/>
              </a:rPr>
              <a:t>Moon Records</a:t>
            </a:r>
            <a:r>
              <a:rPr b="1" lang="uk-UA" sz="1800" spc="-1" strike="noStrike">
                <a:solidFill>
                  <a:srgbClr val="ffffff"/>
                </a:solidFill>
                <a:latin typeface="Bookman Old Style"/>
              </a:rPr>
              <a:t>. Платівка розійшлася накладом 170 000 примірників.</a:t>
            </a:r>
            <a:endParaRPr b="0" lang="uk-UA" sz="1800" spc="-1" strike="noStrike">
              <a:latin typeface="Arial"/>
            </a:endParaRPr>
          </a:p>
        </p:txBody>
      </p:sp>
      <p:sp>
        <p:nvSpPr>
          <p:cNvPr id="91" name="CustomShape 3"/>
          <p:cNvSpPr/>
          <p:nvPr/>
        </p:nvSpPr>
        <p:spPr>
          <a:xfrm>
            <a:off x="3234240" y="402120"/>
            <a:ext cx="4891680" cy="91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>
            <a:spAutoFit/>
          </a:bodyPr>
          <a:p>
            <a:pPr algn="ctr">
              <a:lnSpc>
                <a:spcPct val="100000"/>
              </a:lnSpc>
            </a:pPr>
            <a:r>
              <a:rPr b="1" lang="uk-UA" sz="5400" spc="-1" strike="noStrike">
                <a:solidFill>
                  <a:srgbClr val="595959"/>
                </a:solidFill>
                <a:latin typeface="Calibri"/>
              </a:rPr>
              <a:t>Альбом «Міра»</a:t>
            </a:r>
            <a:endParaRPr b="0" lang="uk-UA" sz="5400" spc="-1" strike="noStrike">
              <a:latin typeface="Arial"/>
            </a:endParaRPr>
          </a:p>
        </p:txBody>
      </p:sp>
      <p:sp>
        <p:nvSpPr>
          <p:cNvPr id="92" name="CustomShape 4"/>
          <p:cNvSpPr/>
          <p:nvPr/>
        </p:nvSpPr>
        <p:spPr>
          <a:xfrm>
            <a:off x="428400" y="4827240"/>
            <a:ext cx="4107600" cy="91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uk-UA" sz="1800" spc="-1" strike="noStrike">
                <a:solidFill>
                  <a:srgbClr val="ffffff"/>
                </a:solidFill>
                <a:latin typeface="Bookman Old Style"/>
              </a:rPr>
              <a:t>На пісні «Все буде добре» і «Зелені очі» в 2007 року було знято відеокліпи.</a:t>
            </a:r>
            <a:endParaRPr b="0" lang="uk-UA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380160" y="1720800"/>
            <a:ext cx="3752280" cy="3382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uk-UA" sz="1800" spc="-1" strike="noStrike">
                <a:solidFill>
                  <a:srgbClr val="ffffff"/>
                </a:solidFill>
                <a:latin typeface="Bookman Old Style"/>
              </a:rPr>
              <a:t>«Gloria» — п'ятий студійний альбом українського гурту Океан Ельзи, виданий у 2005 році лейблом Lavina Music. Платівка розійшлася тиражем в понад 105000 екземплярів. «Gloria» став першим альбомом Океану Ельзи у «новому» складі: Святослав Вакарчук, Денис Глінін (лише ці двоє залишилися з початкового складу гурту), Мілош Єліч, Денис Дудко, Петро Чернявський.</a:t>
            </a:r>
            <a:endParaRPr b="0" lang="uk-UA" sz="1800" spc="-1" strike="noStrike">
              <a:latin typeface="Arial"/>
            </a:endParaRPr>
          </a:p>
        </p:txBody>
      </p:sp>
      <p:sp>
        <p:nvSpPr>
          <p:cNvPr id="94" name="CustomShape 2"/>
          <p:cNvSpPr/>
          <p:nvPr/>
        </p:nvSpPr>
        <p:spPr>
          <a:xfrm>
            <a:off x="8419680" y="1869480"/>
            <a:ext cx="3119040" cy="3119040"/>
          </a:xfrm>
          <a:prstGeom prst="round2DiagRect">
            <a:avLst>
              <a:gd name="adj1" fmla="val 16667"/>
              <a:gd name="adj2" fmla="val 0"/>
            </a:avLst>
          </a:prstGeom>
          <a:blipFill rotWithShape="0">
            <a:blip r:embed="rId1"/>
            <a:stretch>
              <a:fillRect/>
            </a:stretch>
          </a:blipFill>
          <a:ln w="88920">
            <a:solidFill>
              <a:srgbClr val="ffffff"/>
            </a:solidFill>
            <a:miter/>
          </a:ln>
          <a:effectLst>
            <a:outerShdw algn="tl" blurRad="254000" rotWithShape="0">
              <a:srgbClr val="000000">
                <a:alpha val="4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5" name="CustomShape 3"/>
          <p:cNvSpPr/>
          <p:nvPr/>
        </p:nvSpPr>
        <p:spPr>
          <a:xfrm>
            <a:off x="3060000" y="342720"/>
            <a:ext cx="5144760" cy="91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>
            <a:spAutoFit/>
          </a:bodyPr>
          <a:p>
            <a:pPr algn="ctr">
              <a:lnSpc>
                <a:spcPct val="100000"/>
              </a:lnSpc>
            </a:pPr>
            <a:r>
              <a:rPr b="1" lang="uk-UA" sz="5400" spc="-1" strike="noStrike">
                <a:solidFill>
                  <a:srgbClr val="595959"/>
                </a:solidFill>
                <a:latin typeface="Calibri"/>
              </a:rPr>
              <a:t>Альбом «Gloria»</a:t>
            </a:r>
            <a:endParaRPr b="0" lang="uk-UA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113760" y="1742400"/>
            <a:ext cx="5752080" cy="40521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Bookman Old Style"/>
              </a:rPr>
              <a:t>Цікавою та вражаючою є історія гурту Океан Ельзи. Заснований у Львові у 1994 році, колектив здобув широку популярність на теренах України та за її межами. Музика гурту поєднує в собі елементи різних жанрів, таких як рок, фолк, альтернатива, електроніка та багато інших. Велику увагу приділяється текстам пісень, які містять глибокий зміст та спонукають до роздумів.</a:t>
            </a:r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Bookman Old Style"/>
              </a:rPr>
              <a:t>У складі гурту працюють талановиті музиканти, які здатні створювати неповторну атмосферу на концертах та записах. Кожен альбом Океану Ельзи – це своєрідна історія, яка розповідає про життя, любов, боротьбу та перемогу. Гурт неодноразово ставав лауреатом різних музичних премій та отримував визнання від критиків та слухачів.</a:t>
            </a:r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1901880" y="360360"/>
            <a:ext cx="8387640" cy="91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>
            <a:spAutoFit/>
          </a:bodyPr>
          <a:p>
            <a:pPr algn="ctr">
              <a:lnSpc>
                <a:spcPct val="100000"/>
              </a:lnSpc>
            </a:pPr>
            <a:r>
              <a:rPr b="1" lang="uk-UA" sz="5400" spc="-1" strike="noStrike">
                <a:solidFill>
                  <a:srgbClr val="595959"/>
                </a:solidFill>
                <a:latin typeface="Calibri"/>
              </a:rPr>
              <a:t>Цікава інформація про гурт</a:t>
            </a:r>
            <a:endParaRPr b="0" lang="uk-UA" sz="5400" spc="-1" strike="noStrike">
              <a:latin typeface="Arial"/>
            </a:endParaRPr>
          </a:p>
        </p:txBody>
      </p:sp>
      <p:pic>
        <p:nvPicPr>
          <p:cNvPr id="98" name="Picture 2" descr=""/>
          <p:cNvPicPr/>
          <p:nvPr/>
        </p:nvPicPr>
        <p:blipFill>
          <a:blip r:embed="rId1"/>
          <a:stretch/>
        </p:blipFill>
        <p:spPr>
          <a:xfrm>
            <a:off x="6914520" y="1745280"/>
            <a:ext cx="5163120" cy="35532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Shape 1"/>
          <p:cNvSpPr txBox="1"/>
          <p:nvPr/>
        </p:nvSpPr>
        <p:spPr>
          <a:xfrm>
            <a:off x="2322720" y="2855880"/>
            <a:ext cx="7260480" cy="572760"/>
          </a:xfrm>
          <a:prstGeom prst="rect">
            <a:avLst/>
          </a:prstGeom>
          <a:gradFill rotWithShape="0">
            <a:gsLst>
              <a:gs pos="0">
                <a:srgbClr val="080808"/>
              </a:gs>
              <a:gs pos="100000">
                <a:srgbClr val="666666"/>
              </a:gs>
            </a:gsLst>
            <a:lin ang="16200000"/>
          </a:gradFill>
          <a:ln>
            <a:noFill/>
          </a:ln>
        </p:spPr>
        <p:txBody>
          <a:bodyPr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b="1" i="1" lang="en-US" sz="2800" spc="-1" strike="noStrike">
                <a:solidFill>
                  <a:srgbClr val="c00000"/>
                </a:solidFill>
                <a:latin typeface="Bookman Old Style"/>
              </a:rPr>
              <a:t>До побачення!</a:t>
            </a:r>
            <a:endParaRPr b="0" lang="en-US" sz="28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</TotalTime>
  <Application>Neat_Office/6.2.8.2$Windows_x86 LibreOffice_project/</Application>
  <Words>315</Words>
  <Paragraphs>23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2023-03-29T08:10:57Z</dcterms:created>
  <dc:creator>Саша Піщулін</dc:creator>
  <dc:description/>
  <dc:language>uk-UA</dc:language>
  <cp:lastModifiedBy/>
  <dcterms:modified xsi:type="dcterms:W3CDTF">2023-05-16T01:12:33Z</dcterms:modified>
  <cp:revision>19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Широкоэкранный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7</vt:i4>
  </property>
</Properties>
</file>